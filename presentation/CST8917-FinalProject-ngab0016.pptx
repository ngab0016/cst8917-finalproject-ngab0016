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Durable Functions ($/month)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100/day (~2,200/mo)</c:v>
                  </c:pt>
                  <c:pt idx="1">
                    <c:v>10,000/day (~220,000/mo)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Logic Apps + Service Bus ($/month)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100/day (~2,200/mo)</c:v>
                  </c:pt>
                  <c:pt idx="1">
                    <c:v>10,000/day (~220,000/mo)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10.33</c:v>
                </c:pt>
                <c:pt idx="1">
                  <c:v>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Approval Workflow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240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 Implementation: Azure Durable Functions vs Logic Apps + Service Bus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3017520"/>
            <a:ext cx="3200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Kelvin Ngabo  ·  ngab0016  ·  CST8917 — Serverless Applications  ·  Winter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&amp; Business Rules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005840"/>
            <a:ext cx="260604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155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name, email, amount, category, description, manager email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100584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154680" y="1005840"/>
            <a:ext cx="260604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155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Validate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15087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if any field is missing or category is invalid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1005840"/>
            <a:ext cx="260604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1155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Auto-Approve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15087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under $100 approved instantly — no manager needed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7889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788920"/>
            <a:ext cx="260604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8986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Manager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2918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≥ $100 require manager approval via external event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54680" y="27889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54680" y="2788920"/>
            <a:ext cx="260604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8986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Timeout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91840" y="32918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response within timeout → auto-approved and flagged as escalated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27889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2788920"/>
            <a:ext cx="260604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28986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Notify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32918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receives outcome email: approved, rejected, or escalated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 — Azure Durable Functions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502920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13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Trigger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06984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/expenses/submit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08760" y="1325880"/>
            <a:ext cx="0" cy="1371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50292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996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Function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all activities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08760" y="2011680"/>
            <a:ext cx="0" cy="1371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48840"/>
            <a:ext cx="50292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1854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validate_expense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44144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fields + category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508760" y="2697480"/>
            <a:ext cx="0" cy="1371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34640"/>
            <a:ext cx="50292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8712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notify_employee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12724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auto-approve &lt; $100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508760" y="3383280"/>
            <a:ext cx="0" cy="1371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520440"/>
            <a:ext cx="50292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5570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wait_for_external_event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create_timer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81304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Interaction Pattern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508760" y="4069080"/>
            <a:ext cx="0" cy="1371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206240"/>
            <a:ext cx="50292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4242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notify_employee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49884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final outcome email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60720" y="777240"/>
            <a:ext cx="31546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760720" y="777240"/>
            <a:ext cx="31546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868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97880" y="128016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Single DFApp instance (v1.5.0)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97880" y="1773936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task_any() races timer vs event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97880" y="2267712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Manager decision via HTTP POST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97880" y="2761488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MANAGER_TIMEOUT_HOURS configurable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97880" y="3255264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All emails via logging.info() locally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97880" y="374904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Python 3.11 required (not 3.13)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 — All 6 Scenarios Passing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41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841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0" y="841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841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16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3167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expense under $100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0" y="1316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0" y="13167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801368"/>
            <a:ext cx="8412480" cy="566928"/>
          </a:xfrm>
          <a:prstGeom prst="rect">
            <a:avLst/>
          </a:prstGeom>
          <a:solidFill>
            <a:srgbClr val="F7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929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1929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approves (≥ $100)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0" y="1929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19293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14016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42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2542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rejects (≥ $100)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0" y="2542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2542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026664"/>
            <a:ext cx="8412480" cy="566928"/>
          </a:xfrm>
          <a:prstGeom prst="rect">
            <a:avLst/>
          </a:prstGeom>
          <a:solidFill>
            <a:srgbClr val="F7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154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3154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manager response (timeout)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639312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7673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3767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field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0" y="3767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75120" y="3767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251960"/>
            <a:ext cx="8412480" cy="566928"/>
          </a:xfrm>
          <a:prstGeom prst="rect">
            <a:avLst/>
          </a:prstGeom>
          <a:solidFill>
            <a:srgbClr val="F7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3799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43799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category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0" y="4379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75120" y="4379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 — Logic Apps + Service Bus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5603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868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 Queue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12161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expense-requests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expenses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56032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3591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validate_expense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trigger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777240"/>
            <a:ext cx="2926080" cy="3200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0128" y="868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 (Stateful)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0128" y="12161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full workflow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designer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92240" y="777240"/>
            <a:ext cx="23774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01968" y="868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 Topic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01968" y="12161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expense-outcomes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filtered subscriptions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92240" y="1920240"/>
            <a:ext cx="2377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01968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Connector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01968" y="23591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approval email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outcome emails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108960"/>
            <a:ext cx="8595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 Approach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56616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Apps has no native Human Interaction pattern. Solution: Outlook.com 'Send approval email' (ApiConnectionWebhook) — sends an email with Approve/Reject buttons to the manager and pauses the run in a 'Waiting' state until the manager clicks. The SelectedOption output drives a downstream Condition. Tradeoff: tied to email connector, no custom timeout escalation without extra automation.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 — Scenarios Working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41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841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0" y="841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0" y="841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16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3167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expense under $100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0" y="13167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Auto-approved email received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801368"/>
            <a:ext cx="8412480" cy="566928"/>
          </a:xfrm>
          <a:prstGeom prst="rect">
            <a:avLst/>
          </a:prstGeom>
          <a:solidFill>
            <a:srgbClr val="F7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29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1929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approves (≥ $100)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0" y="19293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Approved email received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414016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42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542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rejects (≥ $100)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25420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Rejected email received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026664"/>
            <a:ext cx="8412480" cy="566928"/>
          </a:xfrm>
          <a:prstGeom prst="rect">
            <a:avLst/>
          </a:prstGeom>
          <a:solidFill>
            <a:srgbClr val="F7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54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154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manager response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3154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No native timeout — workaround needed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639312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673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3767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field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0" y="3767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Validation error email received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251960"/>
            <a:ext cx="8412480" cy="566928"/>
          </a:xfrm>
          <a:prstGeom prst="rect">
            <a:avLst/>
          </a:prstGeom>
          <a:solidFill>
            <a:srgbClr val="F7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3799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43799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category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0" y="43799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Validation error email received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— 6 Dimensions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32004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20440" y="749808"/>
            <a:ext cx="26060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0" y="749808"/>
            <a:ext cx="26974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11880" y="8046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 — Durable Functions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63640" y="8046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 — Logic Apps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252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1880" y="1188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Code-first, readable, debuggable locally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63640" y="11887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but opaque — error msgs vague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737360"/>
            <a:ext cx="8595360" cy="594360"/>
          </a:xfrm>
          <a:prstGeom prst="rect">
            <a:avLst/>
          </a:prstGeom>
          <a:solidFill>
            <a:srgbClr val="F7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86537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1188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local testing, curl commands, unit tests possible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63640" y="1828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emulator, 30s poll delay per test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37744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054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11880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try/except, RetryPolicy, replay-safe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63640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Run-after conditions, cluttered branching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8595360" cy="594360"/>
          </a:xfrm>
          <a:prstGeom prst="rect">
            <a:avLst/>
          </a:prstGeom>
          <a:solidFill>
            <a:srgbClr val="F7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1455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Interaction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11880" y="3108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Native: wait_for_external_event + create_timer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63640" y="31089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workaround via approval email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65760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785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11880" y="3749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REST API, real-time logs, App Insights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6364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run history, vague error details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F7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4256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@ 10k/day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11880" y="4389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~$2–5/month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63640" y="43891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~$43/month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Comparison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53035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777240"/>
            <a:ext cx="29260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0" y="777240"/>
            <a:ext cx="292608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8778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80760" y="12801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Durable Functions: Consumption plan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080760" y="17099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Logic Apps: Consumption (per action)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080760" y="21396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 Bus: Standard tier (~$10/mo)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080760" y="25694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~40% auto-approve, ~60% manager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080760" y="29992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Avg 5 activities per orchestration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80760" y="34290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Avg 6 actions per Logic App run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080760" y="38587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1M free executions/mo (Durable Fx)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80760" y="428853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$0.000025 per action (Logic Apps)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5120640" cy="3108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789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Choose Durable Functions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Full local testability — fast iteration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029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Native Human Interaction pattern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Readable, maintainable Python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9443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10× cheaper at scale (10k/day)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4015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Fine-grained error handling &amp; retries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960120"/>
            <a:ext cx="3108960" cy="3108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97880" y="10789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Logic Apps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97880" y="1600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Python developers on team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97880" y="2148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Workflow is mostly connector glue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97880" y="2697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Need rapid no-code prototype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97880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Heavy SharePoint / M365 integration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Durable Functions is the right tool for business logic-heavy, testable, scalable workflows. Logic Apps shines for connector-heavy integration scenarios.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4864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😮  Package names change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azure-durable-functions is now azure-functions-durable. Breaking changes happen — always check PyPI first.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22960"/>
            <a:ext cx="54864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 Mac ARM64 has quirks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2801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 is too new for azure-functions-durable. Python 3.11 + --target install was required to get func start working.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40280"/>
            <a:ext cx="54864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Service Bus encodes messages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697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arrive base64-encoded. Every expression accessing ContentData needs base64ToString() wrapping — not obvious from the docs.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24028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240280"/>
            <a:ext cx="54864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Logic Apps errors are vague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697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'InvalidTemplate' with no line reference made debugging painful. Code view + manual JSON editing was the only reliable fix.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57600"/>
            <a:ext cx="54864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splitOn changes triggerBody shape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splitOn enabled, triggerBody() is a single message object — not an array. The ?[0]? accessor pattern breaks silently.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657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657600"/>
            <a:ext cx="54864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Logic Apps has no native timeout escalation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41148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Interaction gap is real. Implementing escalation without Durable Functions requires significant extra infrastructure.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CST8917 — Serverless Applications  |  Winter 2026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Kelvin Ngabo  ·  ngab0016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3657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github.com/ngab0016/CST8917-FinalProject-ngab0016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CST8917 Final Project — Expense Approval Workflow</dc:title>
  <dc:subject>PptxGenJS Presentation</dc:subject>
  <dc:creator>Kelvin Ngabo</dc:creator>
  <cp:lastModifiedBy>Kelvin Ngabo</cp:lastModifiedBy>
  <cp:revision>1</cp:revision>
  <dcterms:created xsi:type="dcterms:W3CDTF">2026-04-21T19:30:33Z</dcterms:created>
  <dcterms:modified xsi:type="dcterms:W3CDTF">2026-04-21T19:30:33Z</dcterms:modified>
</cp:coreProperties>
</file>